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n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n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n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n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n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 1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ctrTitle"/>
          </p:nvPr>
        </p:nvSpPr>
        <p:spPr>
          <a:xfrm>
            <a:off x="2974428" y="1776248"/>
            <a:ext cx="8821800" cy="15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0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9" name="Google Shape;59;p2"/>
          <p:cNvGrpSpPr/>
          <p:nvPr/>
        </p:nvGrpSpPr>
        <p:grpSpPr>
          <a:xfrm>
            <a:off x="1" y="758752"/>
            <a:ext cx="6099248" cy="6099247"/>
            <a:chOff x="0" y="12289"/>
            <a:chExt cx="3550" cy="3551"/>
          </a:xfrm>
        </p:grpSpPr>
        <p:sp>
          <p:nvSpPr>
            <p:cNvPr id="60" name="Google Shape;60;p2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63" name="Google Shape;63;p2"/>
          <p:cNvCxnSpPr/>
          <p:nvPr/>
        </p:nvCxnSpPr>
        <p:spPr>
          <a:xfrm>
            <a:off x="6318566" y="3536731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64" name="Google Shape;6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213" y="110606"/>
            <a:ext cx="1271217" cy="12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2554015" y="280008"/>
            <a:ext cx="92424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Franklin Gothic"/>
              <a:buNone/>
            </a:pPr>
            <a:r>
              <a:rPr b="0" i="0" lang="en-US" sz="2800" u="none">
                <a:solidFill>
                  <a:srgbClr val="C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Department of Computer Science &amp; Engineering,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Franklin Gothic"/>
              <a:buNone/>
            </a:pPr>
            <a:r>
              <a:rPr b="0" i="0" lang="en-US" sz="2800" u="none">
                <a:solidFill>
                  <a:srgbClr val="C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BIT Mesra, Jaipur Campus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Agenda 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3"/>
          <p:cNvGrpSpPr/>
          <p:nvPr/>
        </p:nvGrpSpPr>
        <p:grpSpPr>
          <a:xfrm>
            <a:off x="6362721" y="0"/>
            <a:ext cx="5829325" cy="3235616"/>
            <a:chOff x="5612972" y="1"/>
            <a:chExt cx="6615963" cy="3672246"/>
          </a:xfrm>
        </p:grpSpPr>
        <p:sp>
          <p:nvSpPr>
            <p:cNvPr id="68" name="Google Shape;68;p3"/>
            <p:cNvSpPr/>
            <p:nvPr/>
          </p:nvSpPr>
          <p:spPr>
            <a:xfrm>
              <a:off x="5612972" y="1"/>
              <a:ext cx="4408999" cy="3672247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8555590" y="1"/>
              <a:ext cx="1457755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9285083" y="728289"/>
              <a:ext cx="2943851" cy="2943959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73" name="Google Shape;73;p3"/>
          <p:cNvSpPr txBox="1"/>
          <p:nvPr>
            <p:ph type="title"/>
          </p:nvPr>
        </p:nvSpPr>
        <p:spPr>
          <a:xfrm>
            <a:off x="594360" y="189573"/>
            <a:ext cx="6787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0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594359" y="1492144"/>
            <a:ext cx="6787800" cy="4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381000" lvl="0" marL="457200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Char char="•"/>
              <a:defRPr b="1" i="0" sz="240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"/>
          <p:cNvSpPr txBox="1"/>
          <p:nvPr>
            <p:ph idx="12" type="sldNum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6" name="Google Shape;76;p3"/>
          <p:cNvSpPr txBox="1"/>
          <p:nvPr>
            <p:ph idx="10" type="dt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7" name="Google Shape;77;p3"/>
          <p:cNvCxnSpPr/>
          <p:nvPr/>
        </p:nvCxnSpPr>
        <p:spPr>
          <a:xfrm>
            <a:off x="594359" y="1150357"/>
            <a:ext cx="2130600" cy="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2">
  <p:cSld name="Summary 2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4"/>
          <p:cNvCxnSpPr/>
          <p:nvPr/>
        </p:nvCxnSpPr>
        <p:spPr>
          <a:xfrm>
            <a:off x="594360" y="1234451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80" name="Google Shape;80;p4"/>
          <p:cNvGrpSpPr/>
          <p:nvPr/>
        </p:nvGrpSpPr>
        <p:grpSpPr>
          <a:xfrm flipH="1" rot="5400000">
            <a:off x="1" y="3900132"/>
            <a:ext cx="2959226" cy="2959225"/>
            <a:chOff x="0" y="12289"/>
            <a:chExt cx="3550" cy="3551"/>
          </a:xfrm>
        </p:grpSpPr>
        <p:sp>
          <p:nvSpPr>
            <p:cNvPr id="81" name="Google Shape;81;p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84" name="Google Shape;84;p4"/>
          <p:cNvSpPr txBox="1"/>
          <p:nvPr>
            <p:ph type="title"/>
          </p:nvPr>
        </p:nvSpPr>
        <p:spPr>
          <a:xfrm>
            <a:off x="594360" y="102875"/>
            <a:ext cx="108738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0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"/>
          <p:cNvSpPr txBox="1"/>
          <p:nvPr>
            <p:ph idx="1" type="body"/>
          </p:nvPr>
        </p:nvSpPr>
        <p:spPr>
          <a:xfrm>
            <a:off x="1513490" y="1618593"/>
            <a:ext cx="9954600" cy="44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1" sz="2400"/>
            </a:lvl1pPr>
            <a:lvl2pPr indent="-381000" lvl="1" marL="9144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/>
            </a:lvl2pPr>
            <a:lvl3pPr indent="-381000" lvl="2" marL="1371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/>
            </a:lvl3pPr>
            <a:lvl4pPr indent="-381000" lvl="3" marL="18288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/>
            </a:lvl4pPr>
            <a:lvl5pPr indent="-381000" lvl="4" marL="22860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"/>
          <p:cNvSpPr txBox="1"/>
          <p:nvPr>
            <p:ph idx="12" type="sldNum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7" name="Google Shape;87;p4"/>
          <p:cNvSpPr txBox="1"/>
          <p:nvPr>
            <p:ph idx="10" type="dt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 2">
  <p:cSld name="Title and Two Content 2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5"/>
          <p:cNvGrpSpPr/>
          <p:nvPr/>
        </p:nvGrpSpPr>
        <p:grpSpPr>
          <a:xfrm rot="10800000">
            <a:off x="8870040" y="1"/>
            <a:ext cx="3325208" cy="3325207"/>
            <a:chOff x="0" y="12289"/>
            <a:chExt cx="3550" cy="3551"/>
          </a:xfrm>
        </p:grpSpPr>
        <p:sp>
          <p:nvSpPr>
            <p:cNvPr id="90" name="Google Shape;90;p5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93" name="Google Shape;93;p5"/>
          <p:cNvSpPr txBox="1"/>
          <p:nvPr>
            <p:ph type="title"/>
          </p:nvPr>
        </p:nvSpPr>
        <p:spPr>
          <a:xfrm>
            <a:off x="594360" y="278129"/>
            <a:ext cx="97785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0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594360" y="1630265"/>
            <a:ext cx="4490700" cy="3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5"/>
          <p:cNvSpPr txBox="1"/>
          <p:nvPr>
            <p:ph idx="2" type="body"/>
          </p:nvPr>
        </p:nvSpPr>
        <p:spPr>
          <a:xfrm>
            <a:off x="5881898" y="1630265"/>
            <a:ext cx="4490700" cy="3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2" type="sldNum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7" name="Google Shape;97;p5"/>
          <p:cNvSpPr txBox="1"/>
          <p:nvPr>
            <p:ph idx="10" type="dt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8" name="Google Shape;98;p5"/>
          <p:cNvCxnSpPr/>
          <p:nvPr/>
        </p:nvCxnSpPr>
        <p:spPr>
          <a:xfrm>
            <a:off x="594360" y="1244953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>
  <p:cSld name="Title and Two Content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 rot="10800000">
            <a:off x="8870040" y="1"/>
            <a:ext cx="3325208" cy="3325207"/>
            <a:chOff x="0" y="12289"/>
            <a:chExt cx="3550" cy="3551"/>
          </a:xfrm>
        </p:grpSpPr>
        <p:sp>
          <p:nvSpPr>
            <p:cNvPr id="101" name="Google Shape;101;p6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04" name="Google Shape;104;p6"/>
          <p:cNvSpPr txBox="1"/>
          <p:nvPr>
            <p:ph type="title"/>
          </p:nvPr>
        </p:nvSpPr>
        <p:spPr>
          <a:xfrm>
            <a:off x="594360" y="198408"/>
            <a:ext cx="109728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0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5" name="Google Shape;105;p6"/>
          <p:cNvCxnSpPr/>
          <p:nvPr/>
        </p:nvCxnSpPr>
        <p:spPr>
          <a:xfrm>
            <a:off x="594360" y="1088114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595523" y="1460938"/>
            <a:ext cx="5746800" cy="4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6"/>
          <p:cNvSpPr txBox="1"/>
          <p:nvPr>
            <p:ph idx="2" type="body"/>
          </p:nvPr>
        </p:nvSpPr>
        <p:spPr>
          <a:xfrm>
            <a:off x="6852745" y="1460938"/>
            <a:ext cx="4714500" cy="4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6"/>
          <p:cNvSpPr txBox="1"/>
          <p:nvPr>
            <p:ph idx="10" type="dt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6"/>
          <p:cNvSpPr txBox="1"/>
          <p:nvPr>
            <p:ph idx="12" type="sldNum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ctrTitle"/>
          </p:nvPr>
        </p:nvSpPr>
        <p:spPr>
          <a:xfrm>
            <a:off x="1324302" y="411479"/>
            <a:ext cx="47565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0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2" name="Google Shape;112;p7"/>
          <p:cNvGrpSpPr/>
          <p:nvPr/>
        </p:nvGrpSpPr>
        <p:grpSpPr>
          <a:xfrm rot="10800000">
            <a:off x="6092752" y="1"/>
            <a:ext cx="6099248" cy="6099247"/>
            <a:chOff x="0" y="12289"/>
            <a:chExt cx="3550" cy="3551"/>
          </a:xfrm>
        </p:grpSpPr>
        <p:sp>
          <p:nvSpPr>
            <p:cNvPr id="113" name="Google Shape;113;p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6" name="Google Shape;116;p7"/>
          <p:cNvSpPr txBox="1"/>
          <p:nvPr>
            <p:ph idx="1" type="body"/>
          </p:nvPr>
        </p:nvSpPr>
        <p:spPr>
          <a:xfrm>
            <a:off x="1324302" y="3804745"/>
            <a:ext cx="4756500" cy="23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b="1" i="0" sz="240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17" name="Google Shape;117;p7"/>
          <p:cNvCxnSpPr/>
          <p:nvPr/>
        </p:nvCxnSpPr>
        <p:spPr>
          <a:xfrm>
            <a:off x="1324302" y="3429000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2">
  <p:cSld name="Table 2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594360" y="202400"/>
            <a:ext cx="109728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0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12" type="sldNum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1" name="Google Shape;121;p8"/>
          <p:cNvSpPr txBox="1"/>
          <p:nvPr>
            <p:ph idx="10" type="dt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2" name="Google Shape;122;p8"/>
          <p:cNvCxnSpPr/>
          <p:nvPr/>
        </p:nvCxnSpPr>
        <p:spPr>
          <a:xfrm>
            <a:off x="594360" y="1129337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idx="1" type="body"/>
          </p:nvPr>
        </p:nvSpPr>
        <p:spPr>
          <a:xfrm>
            <a:off x="594360" y="1825625"/>
            <a:ext cx="10382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" name="Google Shape;54;p1"/>
          <p:cNvSpPr txBox="1"/>
          <p:nvPr>
            <p:ph type="title"/>
          </p:nvPr>
        </p:nvSpPr>
        <p:spPr>
          <a:xfrm>
            <a:off x="594360" y="365125"/>
            <a:ext cx="10401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5" name="Google Shape;55;p1"/>
          <p:cNvSpPr txBox="1"/>
          <p:nvPr>
            <p:ph idx="10" type="dt"/>
          </p:nvPr>
        </p:nvSpPr>
        <p:spPr>
          <a:xfrm>
            <a:off x="1133648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" name="Google Shape;56;p1"/>
          <p:cNvSpPr txBox="1"/>
          <p:nvPr>
            <p:ph idx="12" type="sldNum"/>
          </p:nvPr>
        </p:nvSpPr>
        <p:spPr>
          <a:xfrm>
            <a:off x="59436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ctrTitle"/>
          </p:nvPr>
        </p:nvSpPr>
        <p:spPr>
          <a:xfrm>
            <a:off x="3125972" y="411479"/>
            <a:ext cx="86703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lin Gothic"/>
              <a:buNone/>
            </a:pPr>
            <a:r>
              <a:rPr lang="en-US" sz="3000"/>
              <a:t>Project Title……</a:t>
            </a:r>
            <a:endParaRPr b="0" sz="3000"/>
          </a:p>
        </p:txBody>
      </p:sp>
      <p:sp>
        <p:nvSpPr>
          <p:cNvPr id="129" name="Google Shape;129;p9"/>
          <p:cNvSpPr txBox="1"/>
          <p:nvPr/>
        </p:nvSpPr>
        <p:spPr>
          <a:xfrm>
            <a:off x="5858540" y="4423137"/>
            <a:ext cx="56673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Student1 [Roll no]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Student2 [Roll no]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Student3 [Roll no]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Under the Supervision of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Dr. / Mr. [Name of Guide]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(Designation……..)</a:t>
            </a:r>
            <a:endParaRPr b="1" sz="2400">
              <a:solidFill>
                <a:srgbClr val="C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type="title"/>
          </p:nvPr>
        </p:nvSpPr>
        <p:spPr>
          <a:xfrm>
            <a:off x="594360" y="168306"/>
            <a:ext cx="6787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/>
              <a:t>Table of contents</a:t>
            </a:r>
            <a:endParaRPr b="0"/>
          </a:p>
        </p:txBody>
      </p:sp>
      <p:sp>
        <p:nvSpPr>
          <p:cNvPr id="136" name="Google Shape;136;p10"/>
          <p:cNvSpPr txBox="1"/>
          <p:nvPr>
            <p:ph idx="1" type="body"/>
          </p:nvPr>
        </p:nvSpPr>
        <p:spPr>
          <a:xfrm>
            <a:off x="593724" y="1754372"/>
            <a:ext cx="6936000" cy="45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200">
            <a:normAutofit/>
          </a:bodyPr>
          <a:lstStyle/>
          <a:p>
            <a:pPr indent="-283464" lvl="0" marL="28346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2060"/>
                </a:solidFill>
              </a:rPr>
              <a:t>Introduction</a:t>
            </a:r>
            <a:endParaRPr/>
          </a:p>
          <a:p>
            <a:pPr indent="-283464" lvl="0" marL="283464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2060"/>
                </a:solidFill>
              </a:rPr>
              <a:t>Problem Statement / List of Objectives</a:t>
            </a:r>
            <a:endParaRPr/>
          </a:p>
          <a:p>
            <a:pPr indent="-283464" lvl="0" marL="283464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2060"/>
                </a:solidFill>
              </a:rPr>
              <a:t>Dataset description (If any)</a:t>
            </a:r>
            <a:endParaRPr>
              <a:solidFill>
                <a:srgbClr val="002060"/>
              </a:solidFill>
            </a:endParaRPr>
          </a:p>
          <a:p>
            <a:pPr indent="-283464" lvl="0" marL="283464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2060"/>
                </a:solidFill>
              </a:rPr>
              <a:t>Design and Methodology</a:t>
            </a:r>
            <a:endParaRPr/>
          </a:p>
          <a:p>
            <a:pPr indent="-283464" lvl="0" marL="283464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2060"/>
                </a:solidFill>
              </a:rPr>
              <a:t>Literature Review</a:t>
            </a:r>
            <a:endParaRPr>
              <a:solidFill>
                <a:srgbClr val="002060"/>
              </a:solidFill>
            </a:endParaRPr>
          </a:p>
          <a:p>
            <a:pPr indent="-283464" lvl="0" marL="283464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2060"/>
                </a:solidFill>
              </a:rPr>
              <a:t>Conclusions</a:t>
            </a:r>
            <a:endParaRPr>
              <a:solidFill>
                <a:srgbClr val="002060"/>
              </a:solidFill>
            </a:endParaRPr>
          </a:p>
          <a:p>
            <a:pPr indent="-283464" lvl="0" marL="283464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2060"/>
                </a:solidFill>
              </a:rPr>
              <a:t>References</a:t>
            </a:r>
            <a:endParaRPr/>
          </a:p>
          <a:p>
            <a:pPr indent="-131064" lvl="0" marL="283464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616687" y="-416774"/>
            <a:ext cx="106494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0" lang="en-US"/>
              <a:t>Introduction</a:t>
            </a:r>
            <a:endParaRPr/>
          </a:p>
        </p:txBody>
      </p:sp>
      <p:grpSp>
        <p:nvGrpSpPr>
          <p:cNvPr id="143" name="Google Shape;143;p11"/>
          <p:cNvGrpSpPr/>
          <p:nvPr/>
        </p:nvGrpSpPr>
        <p:grpSpPr>
          <a:xfrm flipH="1" rot="5400000">
            <a:off x="1" y="3900132"/>
            <a:ext cx="2959226" cy="2959225"/>
            <a:chOff x="0" y="12289"/>
            <a:chExt cx="3550" cy="3551"/>
          </a:xfrm>
        </p:grpSpPr>
        <p:sp>
          <p:nvSpPr>
            <p:cNvPr id="144" name="Google Shape;144;p11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594360" y="278128"/>
            <a:ext cx="107613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0" lang="en-US"/>
              <a:t>Problem Statement / List of Objectives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>
            <p:ph type="title"/>
          </p:nvPr>
        </p:nvSpPr>
        <p:spPr>
          <a:xfrm>
            <a:off x="616687" y="373224"/>
            <a:ext cx="10649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0" lang="en-US"/>
              <a:t>Dataset Description</a:t>
            </a:r>
            <a:endParaRPr/>
          </a:p>
        </p:txBody>
      </p:sp>
      <p:grpSp>
        <p:nvGrpSpPr>
          <p:cNvPr id="159" name="Google Shape;159;p13"/>
          <p:cNvGrpSpPr/>
          <p:nvPr/>
        </p:nvGrpSpPr>
        <p:grpSpPr>
          <a:xfrm flipH="1" rot="5400000">
            <a:off x="1" y="3900132"/>
            <a:ext cx="2959226" cy="2959225"/>
            <a:chOff x="0" y="12289"/>
            <a:chExt cx="3550" cy="3551"/>
          </a:xfrm>
        </p:grpSpPr>
        <p:sp>
          <p:nvSpPr>
            <p:cNvPr id="160" name="Google Shape;160;p13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616687" y="373224"/>
            <a:ext cx="10649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0" lang="en-US"/>
              <a:t>Design and Methodology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1520456" y="1552353"/>
            <a:ext cx="9947700" cy="44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/>
          <a:p>
            <a:pPr indent="-283464" lvl="0" marL="28346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Methods / Techniques / Algorithms</a:t>
            </a:r>
            <a:endParaRPr/>
          </a:p>
          <a:p>
            <a:pPr indent="-283464" lvl="0" marL="283464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Architecture Diagrams</a:t>
            </a:r>
            <a:endParaRPr/>
          </a:p>
          <a:p>
            <a:pPr indent="-105664" lvl="0" marL="283464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/>
          </a:p>
        </p:txBody>
      </p:sp>
      <p:grpSp>
        <p:nvGrpSpPr>
          <p:cNvPr id="170" name="Google Shape;170;p14"/>
          <p:cNvGrpSpPr/>
          <p:nvPr/>
        </p:nvGrpSpPr>
        <p:grpSpPr>
          <a:xfrm flipH="1" rot="5400000">
            <a:off x="1" y="3900132"/>
            <a:ext cx="2959226" cy="2959225"/>
            <a:chOff x="0" y="12289"/>
            <a:chExt cx="3550" cy="3551"/>
          </a:xfrm>
        </p:grpSpPr>
        <p:sp>
          <p:nvSpPr>
            <p:cNvPr id="171" name="Google Shape;171;p1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/>
          <p:nvPr>
            <p:ph type="title"/>
          </p:nvPr>
        </p:nvSpPr>
        <p:spPr>
          <a:xfrm>
            <a:off x="594360" y="198408"/>
            <a:ext cx="109728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Franklin Gothic"/>
              <a:buNone/>
            </a:pPr>
            <a:br>
              <a:rPr lang="en-US">
                <a:solidFill>
                  <a:srgbClr val="002060"/>
                </a:solidFill>
              </a:rPr>
            </a:br>
            <a:br>
              <a:rPr lang="en-US">
                <a:solidFill>
                  <a:srgbClr val="002060"/>
                </a:solidFill>
              </a:rPr>
            </a:br>
            <a:r>
              <a:rPr lang="en-US">
                <a:solidFill>
                  <a:srgbClr val="002060"/>
                </a:solidFill>
              </a:rPr>
              <a:t> Literature review</a:t>
            </a:r>
            <a:endParaRPr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/>
          <p:nvPr>
            <p:ph type="title"/>
          </p:nvPr>
        </p:nvSpPr>
        <p:spPr>
          <a:xfrm>
            <a:off x="594360" y="198408"/>
            <a:ext cx="109728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0" lang="en-US"/>
              <a:t>Conclusions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type="title"/>
          </p:nvPr>
        </p:nvSpPr>
        <p:spPr>
          <a:xfrm>
            <a:off x="594360" y="198408"/>
            <a:ext cx="109728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0" lang="en-US"/>
              <a:t>References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ctrTitle"/>
          </p:nvPr>
        </p:nvSpPr>
        <p:spPr>
          <a:xfrm>
            <a:off x="1275907" y="411479"/>
            <a:ext cx="48048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98" name="Google Shape;198;p18"/>
          <p:cNvSpPr txBox="1"/>
          <p:nvPr>
            <p:ph idx="1" type="body"/>
          </p:nvPr>
        </p:nvSpPr>
        <p:spPr>
          <a:xfrm>
            <a:off x="1275907" y="3721395"/>
            <a:ext cx="5273700" cy="25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Student1 [Roll no]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Student2 [Roll no]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Student3 [Roll no]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Under the Supervision of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>
                <a:solidFill>
                  <a:srgbClr val="C00000"/>
                </a:solidFill>
              </a:rPr>
              <a:t>Dr. / Mr. [Name of Guide]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